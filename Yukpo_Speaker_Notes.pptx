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2A4A"/>
                </a:solidFill>
              </a:defRPr>
            </a:pPr>
            <a:r>
              <a:t>Yukpo - Speaker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Version pitch oral (6-8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Ouverture (30-45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Yukpo est une super-app locale qui relie des besoins quotidiens réels: commerce, livraison, mobilité, santé, éducation, services.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Notre logique est simple: réduire la friction du quotidien, augmenter la confiance, et convertir cet usage en revenus récurrents.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Le besoin de financement vise l'exécution terrain et l'accélération contrôlée.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Problème et opportunité (45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Une grande partie des usages reste fragmentée: réseaux sociaux, appels, déplacements inutiles, faible traçabilité.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Les ménages perdent du temps et de l'argent; les petits acteurs locaux perdent des ventes.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Yukpo capte cette inefficience avec un parcours unifié et localisé.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Segments - message investor rapide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E-commerce: on transforme des boutiques invisibles en vitrines monétisables.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Livraison: on fiabilise le dernier kilomètre, donc plus de commandes finalisées.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Mobilité + navigation: usage quotidien, forte rétention, point d'entrée naturel vers les autres services.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Santé: meilleur aiguillage, gain de temps concret pour les familles.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Immobilier: plus de transparence, mise en relation mieux qualifiée.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Vie pratique: fréquence d'usage élevée, effet direct sur la rétention hebdomadaire.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Bourse du livre: impact social immédiat sur la rentrée + acquisition saisonnière puissante.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Supermarchés: transparence panier essentiel + hausse du panier moyen digital.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- Assurance: simplification de la protection + revenu à renouvellement annuel.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Pourquoi maintenant (45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Timing marché favorable: besoin fort, digitalisation accélérée, adoption mobile installée.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Notre différenciation n'est pas un module isolé mais l'intégration multi-segments dans un seul compte utilisateur.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Concurrence (45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Des acteurs solides existent sur une verticale (e-commerce, livraison, mobilité, petites annonces).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Aucun ne combine de manière locale et opérationnelle l'ensemble des besoins quotidiens comme Yukpo.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Notre avantage: orchestration des usages + données locales + exécution ville par ville.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Marketing et déploiement (45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Accent bourse du livre dès T2-T3 2026 pour capter la rentrée.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Extension Côte d'Ivoire dès T4 2026, puis consolidation multi-villes.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Stratégie: densifier d'abord, étendre ensuite, en gardant une discipline d'exécution.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Revenus - comment ils sont évalués (60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Formule: revenus = (transactions validées x panier moyen x commission nette) + abonnements + mises en avant.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Commissions nettes prudentes: 8% a 12% selon segment.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Cohérence financière: les totaux trimestriels sont alignés avec le bilan annuel.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Objectif: trajectoire rentable en annee 2 sur base exploitation.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Usage du financement (30-45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Priorité a l'acquisition, au terrain, et au renforcement opérationnel.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La technologie sert l'échelle et la fiabilité, pas un effet vitrine.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Nous cherchons un partenaire qui finance l'exécution et la vitesse contrôlée.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Clôture (20-30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Yukpo n'est pas seulement une app: c'est une infrastructure de vie quotidienne locale.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Impact social mesurable + revenus récurrents = thèse d'investissement robuste.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- Prochaine étape: valider le schéma d'entrée et le calendrier de décaissement.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