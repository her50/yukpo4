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Yukpomnang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Plateforme Intelligente de Services Multi-Secteurs en Afrique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transforme l'accès aux services essentiels en Afrique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Intelligence artificielle avancée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Géolocalisation intelligente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Création vidéo automatisée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Multi-secteurs intégrés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Problématique #1 : Invisibilité Digitale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85% des commerces locaux africains n'ont aucune présence digitale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70% de l'économie informelle invisible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Perte de 30-40% du chiffre d'affaires potentiel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Coûts marketing inaccessibles (500K-2M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Fracture digitale massive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Notre Solution #1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Démocratisation de l'accès au digital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Création automatique en 5 minutes (GRATUIT)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Vidéos publicitaires en 2 minutes (15K-30K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Visibilité géolocalisée automatique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Outils marketing accessibles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Problématique #2 : Fracture d'Accès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Services fragmentés, coûteux et inaccessibles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5-10 applications différentes pour besoins quotidiens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Coûts cachés : 50K-150K FCFA/mois par ménage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60% de la population exclue (barrières linguistiques)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Manque de transparence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Notre Solution #2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Une seule app pour tous les besoins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Livraisons, santé, éducation, transport, immobilier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Géolocalisation intelligente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Accessibilité multilingue (15+ langues africaines)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Transparence totale en temps réel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Opportunité de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TAM : $150+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Croissance 15-20% par 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1,4 milliard d'habitants → 2,5 milliards en 2050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70% pénétration smartphone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85% couverture 4G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Projections 2026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: 1,2 milliard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30,000 produits/services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200,000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800,000 livraisons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GMV : 12 milliards FCFA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Besoins de Financement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Série A : 2,1 - 3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Timeline : Levée avant fin février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Recrutement : Avant 10 mars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• Lancement : 01 avril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