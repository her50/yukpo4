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Yukpomnang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08080"/>
                </a:solidFill>
              </a:defRPr>
            </a:pPr>
            <a:r>
              <a:t>Plateforme Intelligente de Services Multi-Secteurs en Afrique</a:t>
            </a:r>
          </a:p>
          <a:p>
            <a:r>
              <a:t>Levée de fonds Série A : 2,1 - 3 milliards FCFA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Problème #1 : Invisibilité Digitale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85% des commerces locaux africains = AUCUNE présence digitale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70% de l'économie informelle = Invisible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Perte de 30-40% du chiffre d'affaires potentiel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Coûts marketing inaccessibles : 500K-2M FCFA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Problème #2 : Fracture d'Accès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5-10 applications différentes pour besoins quotidiens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Coûts cachés : 50K-150K FCFA/mois par ménage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60% de la population exclue (barrières linguistiques)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Manque de transparence : prix, disponibilité, qualité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Notre Solution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Une seule app pour tous les services essentiels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Création automatique présence digitale (5 min, GRATUIT)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Génération vidéo publicitaire automatisée (2 min, 15K-30K FCFA)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Géolocalisation intelligente + Accessibilité multilingue (15+ langues)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Opportunité de Marché Massive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TAM : 90+ billions FCFA (croissance 15-20%/an)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1,4 milliard d'habitants → 2,5 milliards en 2050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70% pénétration smartphone, 85% couverture 4G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Classe moyenne émergente : +15M personnes/an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Modèle Économique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Achat de tokens (pay-per-use) : 60% des revenus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Commissions livraisons : 10%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Commissions ventes : 20%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Publicité &amp; vidéos : 8%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Services spécialisés : 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Projections 2026 (Cameroun)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30,000 produits/services actifs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200,000 utilisateurs actifs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800,000 livraisons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Revenus : 1,2 milliard FCFA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GMV : 12 milliards FCFA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Avantages Concurrentiels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Première plateforme intégrée multi-secteurs en Afrique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IA propriétaire : création automatique produits/vidéos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Géolocalisation avancée avec optimisation routes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Accessibilité multilingue (15+ langues africaines)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Premier mover advantage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Stratégie de Croissance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2026 : Cameroun (point d'entrée livraisons)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2027 : Côte d'Ivoire + Sénégal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2028 : Expansion 10+ pays francophones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2029 : Marchés anglophones/lusophones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2030 : Leader panafricain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Équipe &amp; Gouvernance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Phase initiale : 5 personnes maximum (réaliste)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Priorité : Agents commerciaux (2-3 personnes)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Extension progressive selon croissance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2027 : 50-80 personnes (expansion 3 pays)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2028 : 150-200 personnes (expansion francophone)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Besoins de Financement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Série A : 2,1 - 3 milliards FCFA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Timeline critique :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  • Levée de fonds : Avant fin février 2026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  • Recrutement : Avant 10 mars 2026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  • Lancement : 01 avril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Projections Financières 3 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2026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Revenus : 1,2 milliard FCFA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Charges : 1,4 milliard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EBITDA : -200M FCFA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2027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Revenus : 6,5 milliards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Charges : 5,85 milliards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EBITDA : +650M FCFA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2028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Revenus : 18 milliards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Charges : 14,4 milliards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EBITDA : +3,6 milliards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Marge EBITDA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2026 : -17%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2027 : +10%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2028 : +20%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Valorisation &amp; Sortie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Valorisation pré-money Série A : 10-15 milliards FCFA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Projection valorisation 2028 : 150-200 milliards FCFA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Options de sortie :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  • Acquisition par géant tech (Jumia, Glovo, etc.)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  • IPO sur bourse africaine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  • Consolidation avec autres plateformes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Risques &amp; Mitigation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Risque marché : Diversification géographique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Risque concurrence : Avantage premier mover + IA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Risque opérationnel : Équipe expérimentée + processus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Risque réglementaire : Conformité proactive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Risque technologique : Architecture scalable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Vision 2030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Leader panafricain des services essentiels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40+ millions d'utilisateurs actifs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7,5+ millions de produits/services actifs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132+ milliards FCFA de revenus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Impact social : Amélioration qualité de vie millions d'Africains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Rejoignez-Nous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381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Opportunité unique de transformer l'accès aux services en Afrique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Marché de 90+ billions FCFA en croissance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Équipe dédiée, technologie éprouvée, modèle validé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Timeline agressive mais réaliste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333333"/>
                </a:solidFill>
              </a:rPr>
              <a:t>Contactez-nous pour en savoir plus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Merci pour votre attention</a:t>
            </a:r>
          </a:p>
          <a:p/>
          <a:p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